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6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D2BC-1714-1F3B-57AF-37E95043B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25C3B-98A0-5C04-8443-BC1B7F94B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C19E4-275F-B2B0-8D17-1D38D2A3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7FD7D-D288-DE61-83A8-C7A77B5A1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77A22-BE5D-1573-465D-87FD9F77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967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4C03-EB21-7535-6AB1-D9CE5501C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99B18-3EDA-14E7-3167-7D0BE621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7AED2-7D0C-0336-1091-48708704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CCDAA-FBBD-969C-7BD4-D198ABE1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88B12-2450-BF05-99EE-92E038B1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45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B62D-B5D1-E0CB-EC35-E3B54906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462E2-39CE-AF37-6DDC-0AEB859E8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5172-FC80-B69A-1FED-BD754C4A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0345D-010A-BE00-EE7B-5A0A0707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235A5-C025-D402-7480-B5745283F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708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2950-5D58-7F2B-EEE8-BE2EF6BFB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49EFB-A59B-CC81-0322-44A0D8C0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27CEC-2DAC-4214-9256-27A39CA80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C8923-504C-4509-26CC-5AD73118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E77C0-D2D8-AD0C-0A81-84C58D71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1439F-3182-D4CD-5569-46DB21EF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544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E941-50DB-9D79-265B-66674B3D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E063C-1FFA-41AF-69A5-B99B07D2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F0DF7-837C-39AF-6938-2A0B42BC4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88AA6-327F-FF5B-D681-AB8BA11B5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DE4BA-D12D-CEB9-8A51-8863D26C86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B0888-7760-3437-66BB-50FC2090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12CE7E-C996-08F3-232D-4EC78BE1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ED118B-8875-FA4B-5A2C-10773D5F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046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E4DB4-C101-6B10-D582-6096552F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F8CB0-8E6A-4A66-4D6B-255715A1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5D159-0779-C35D-E866-AD9F1777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075CD-F693-CC0D-5CF8-E78F379F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06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7BFED5-0C4C-7CBB-451D-8364B26E6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8A305-8303-BF8F-7850-27D2A338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6790C-73E8-8B66-E8EA-743F7BF0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4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B4FB-3509-341A-79AB-0BF4AA33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791D-7F8E-BCA2-83FF-8FE3D57DB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B1127-C91D-45B7-48EC-EC3CBBFCC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70079-E4F5-529E-264B-43ABC549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5170E-6320-616B-B772-290019077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F6985-A449-A718-C25D-8B64873F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79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5BB1-0FF2-2486-D803-CA5AA29B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D402B-3FF7-44C0-1269-0041F0851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58C63-91BD-397A-554F-0F67C921B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264BA-16D2-7D7F-CE20-C29A480B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24868-8900-9048-2BD6-5D861B109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7B685-BA9A-E364-70C1-D37C9E7F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210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7E69-2B1C-A90C-53F5-F428E1C6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18361-946F-40E2-2DBC-DF6FF058C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01937-39BD-3D91-0D5F-6735B5321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288F5-4878-812E-0DFA-9F8396B2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92DFB-7F42-A041-FC03-550EA9C9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6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EAFD23-F575-3FDC-6A7E-8AE6C0895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8013E-227C-09E5-E29B-9F3910069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C728E-1F79-810F-E428-089568601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FBF8B-89B9-945D-A0B1-80751BBB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36ACA-096B-AD68-557C-6942348C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14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60B94-5BC0-38A9-0DD8-937DF287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2E17B-6D21-1924-21BF-DC8020C4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6B1EE-B288-6BBD-1287-E5C2907F0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EC53B-B037-4EE0-A177-512CDB21224E}" type="datetimeFigureOut">
              <a:rPr lang="en-IN" smtClean="0"/>
              <a:t>25-05-2026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33C2C-4291-531C-6DD1-E2731B46F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67453-F258-0020-CD3C-1BA258EC0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62839-4F26-4903-8DAC-9761E23E6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70551A-D8F1-3A00-6F12-48D680612121}"/>
              </a:ext>
            </a:extLst>
          </p:cNvPr>
          <p:cNvSpPr/>
          <p:nvPr/>
        </p:nvSpPr>
        <p:spPr>
          <a:xfrm>
            <a:off x="78658" y="226141"/>
            <a:ext cx="11405419" cy="5801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3E4CB-D331-DE17-1F7A-F79D33DE8396}"/>
              </a:ext>
            </a:extLst>
          </p:cNvPr>
          <p:cNvSpPr/>
          <p:nvPr/>
        </p:nvSpPr>
        <p:spPr>
          <a:xfrm>
            <a:off x="1111046" y="393288"/>
            <a:ext cx="825909" cy="245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019C3-AFE6-50AC-6387-A093DB329735}"/>
              </a:ext>
            </a:extLst>
          </p:cNvPr>
          <p:cNvSpPr/>
          <p:nvPr/>
        </p:nvSpPr>
        <p:spPr>
          <a:xfrm>
            <a:off x="2556388" y="393288"/>
            <a:ext cx="825909" cy="245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12AAB-D593-1D5C-7670-43389B986537}"/>
              </a:ext>
            </a:extLst>
          </p:cNvPr>
          <p:cNvSpPr/>
          <p:nvPr/>
        </p:nvSpPr>
        <p:spPr>
          <a:xfrm>
            <a:off x="3982066" y="393288"/>
            <a:ext cx="825909" cy="245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86AC57-E9ED-8A05-DACA-08BE16C9BF94}"/>
              </a:ext>
            </a:extLst>
          </p:cNvPr>
          <p:cNvSpPr/>
          <p:nvPr/>
        </p:nvSpPr>
        <p:spPr>
          <a:xfrm>
            <a:off x="5481484" y="363789"/>
            <a:ext cx="825909" cy="245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68283A-6EBC-72BF-F7B5-39B58421A38C}"/>
              </a:ext>
            </a:extLst>
          </p:cNvPr>
          <p:cNvSpPr/>
          <p:nvPr/>
        </p:nvSpPr>
        <p:spPr>
          <a:xfrm>
            <a:off x="6799007" y="393288"/>
            <a:ext cx="825909" cy="245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BBFE4E-26FD-4564-DDA6-C901360D218D}"/>
              </a:ext>
            </a:extLst>
          </p:cNvPr>
          <p:cNvSpPr/>
          <p:nvPr/>
        </p:nvSpPr>
        <p:spPr>
          <a:xfrm>
            <a:off x="8352504" y="403118"/>
            <a:ext cx="825909" cy="245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F999DC-B054-9A8F-B90A-051C5EA0E069}"/>
              </a:ext>
            </a:extLst>
          </p:cNvPr>
          <p:cNvSpPr/>
          <p:nvPr/>
        </p:nvSpPr>
        <p:spPr>
          <a:xfrm>
            <a:off x="9778182" y="403118"/>
            <a:ext cx="825909" cy="245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C24D4E-2257-8250-A242-4F5DA4682D7C}"/>
              </a:ext>
            </a:extLst>
          </p:cNvPr>
          <p:cNvSpPr/>
          <p:nvPr/>
        </p:nvSpPr>
        <p:spPr>
          <a:xfrm>
            <a:off x="78658" y="462108"/>
            <a:ext cx="825909" cy="776757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A7B230-3A22-DB19-E4DF-C5AC978F682C}"/>
              </a:ext>
            </a:extLst>
          </p:cNvPr>
          <p:cNvSpPr/>
          <p:nvPr/>
        </p:nvSpPr>
        <p:spPr>
          <a:xfrm>
            <a:off x="186813" y="1563329"/>
            <a:ext cx="2871019" cy="506853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29C1BC-69A8-220A-368D-DE1F5F4BCC21}"/>
              </a:ext>
            </a:extLst>
          </p:cNvPr>
          <p:cNvSpPr txBox="1"/>
          <p:nvPr/>
        </p:nvSpPr>
        <p:spPr>
          <a:xfrm>
            <a:off x="1052051" y="3519948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Trends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84585-90D3-6939-F4A6-75056BB0DE17}"/>
              </a:ext>
            </a:extLst>
          </p:cNvPr>
          <p:cNvSpPr txBox="1"/>
          <p:nvPr/>
        </p:nvSpPr>
        <p:spPr>
          <a:xfrm>
            <a:off x="540774" y="4414684"/>
            <a:ext cx="2192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Humans </a:t>
            </a:r>
            <a:r>
              <a:rPr lang="en-US" dirty="0">
                <a:highlight>
                  <a:srgbClr val="00FFFF"/>
                </a:highlight>
              </a:rPr>
              <a:t>tend to read</a:t>
            </a:r>
            <a:r>
              <a:rPr lang="en-US" dirty="0"/>
              <a:t> from L-&gt;R </a:t>
            </a:r>
          </a:p>
          <a:p>
            <a:r>
              <a:rPr lang="en-US" dirty="0"/>
              <a:t>Hence putting the dialogue box in </a:t>
            </a:r>
            <a:r>
              <a:rPr lang="en-US" dirty="0">
                <a:highlight>
                  <a:srgbClr val="00FFFF"/>
                </a:highlight>
              </a:rPr>
              <a:t>LHS</a:t>
            </a:r>
            <a:endParaRPr lang="en-IN" dirty="0">
              <a:highlight>
                <a:srgbClr val="00FFFF"/>
              </a:highligh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9D805D-78DC-6937-1E2C-ABAAF9B3E679}"/>
              </a:ext>
            </a:extLst>
          </p:cNvPr>
          <p:cNvSpPr/>
          <p:nvPr/>
        </p:nvSpPr>
        <p:spPr>
          <a:xfrm>
            <a:off x="3382297" y="1563329"/>
            <a:ext cx="3038168" cy="50685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F38495-0AD8-C39B-8412-F1476F0A8114}"/>
              </a:ext>
            </a:extLst>
          </p:cNvPr>
          <p:cNvSpPr txBox="1"/>
          <p:nvPr/>
        </p:nvSpPr>
        <p:spPr>
          <a:xfrm>
            <a:off x="3515032" y="3519948"/>
            <a:ext cx="2772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Sales Person Performance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DF6154-99EB-99E6-8E70-47D62830682A}"/>
              </a:ext>
            </a:extLst>
          </p:cNvPr>
          <p:cNvSpPr/>
          <p:nvPr/>
        </p:nvSpPr>
        <p:spPr>
          <a:xfrm>
            <a:off x="7030065" y="1563329"/>
            <a:ext cx="2969341" cy="50685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94D65-10A5-922A-7EE1-FB75B5668929}"/>
              </a:ext>
            </a:extLst>
          </p:cNvPr>
          <p:cNvSpPr txBox="1"/>
          <p:nvPr/>
        </p:nvSpPr>
        <p:spPr>
          <a:xfrm>
            <a:off x="7472516" y="3704614"/>
            <a:ext cx="2094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Details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35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Questions with solid fill">
            <a:extLst>
              <a:ext uri="{FF2B5EF4-FFF2-40B4-BE49-F238E27FC236}">
                <a16:creationId xmlns:a16="http://schemas.microsoft.com/office/drawing/2014/main" id="{7C10E798-4637-243F-8E46-519FC02878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2878" y="1408471"/>
            <a:ext cx="752167" cy="752167"/>
          </a:xfrm>
          <a:prstGeom prst="rect">
            <a:avLst/>
          </a:prstGeom>
        </p:spPr>
      </p:pic>
      <p:pic>
        <p:nvPicPr>
          <p:cNvPr id="11" name="Graphic 10" descr="Shopping cart with solid fill">
            <a:extLst>
              <a:ext uri="{FF2B5EF4-FFF2-40B4-BE49-F238E27FC236}">
                <a16:creationId xmlns:a16="http://schemas.microsoft.com/office/drawing/2014/main" id="{D0B156B4-E217-9E8C-6EAA-5175272914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6980" y="2450689"/>
            <a:ext cx="585019" cy="585019"/>
          </a:xfrm>
          <a:prstGeom prst="rect">
            <a:avLst/>
          </a:prstGeom>
        </p:spPr>
      </p:pic>
      <p:pic>
        <p:nvPicPr>
          <p:cNvPr id="13" name="Graphic 12" descr="Fork and knife with solid fill">
            <a:extLst>
              <a:ext uri="{FF2B5EF4-FFF2-40B4-BE49-F238E27FC236}">
                <a16:creationId xmlns:a16="http://schemas.microsoft.com/office/drawing/2014/main" id="{FCED74C8-EA24-E067-BB48-5EF89E1675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801" y="2971801"/>
            <a:ext cx="457199" cy="4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63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2234</TotalTime>
  <Words>21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 Shree</dc:creator>
  <cp:lastModifiedBy>Tanu Shree</cp:lastModifiedBy>
  <cp:revision>3</cp:revision>
  <dcterms:created xsi:type="dcterms:W3CDTF">2026-05-24T19:52:18Z</dcterms:created>
  <dcterms:modified xsi:type="dcterms:W3CDTF">2026-05-26T09:07:04Z</dcterms:modified>
</cp:coreProperties>
</file>